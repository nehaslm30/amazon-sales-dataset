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982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92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72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424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265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670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30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38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53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034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282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930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656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54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388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38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22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1EE13-2CB0-498E-9AD8-7D5FE32C0B76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AA771-4F32-4DE0-832D-EE7463B88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344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B03A-1829-4363-AE79-353FD7C09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Amazon sales analysis</a:t>
            </a:r>
            <a:br>
              <a:rPr lang="en-US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2020-2024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EAD82-FB59-435D-B604-345041508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5094" y="4531658"/>
            <a:ext cx="3523130" cy="1519517"/>
          </a:xfrm>
        </p:spPr>
        <p:txBody>
          <a:bodyPr/>
          <a:lstStyle/>
          <a:p>
            <a:r>
              <a:rPr lang="en-US" dirty="0"/>
              <a:t>Presented by</a:t>
            </a:r>
          </a:p>
          <a:p>
            <a:r>
              <a:rPr lang="en-US" dirty="0"/>
              <a:t>NEHA.R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403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0FC5F-788D-42DB-A2D4-4A1E2087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INTRODUCTION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21E86-6E15-4885-9F8A-74B197583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is one of the largest e-commerce companies in the world.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an Amazon sales dataset using Power BI.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e-commerce, large volumes of data are generated daily, making it difficult to extract meaningful insights.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helps understand sales performance, customer behavior, and product trends through interactive visualizations.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732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DF01-77FA-4A78-ADB9-B1214964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PROBLEM STATEMENT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1509-F802-4F3D-B6FD-7CF24431C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generates a large volume of sales data every day, making it difficult to identify sales trends, top-performing products, and customer preferences without proper analysis.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problem is to convert this raw sales data into meaningful insights using data visualization tools.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analyze the data and identify key factors affecting product performance, sales trends, and customer behavior using Power BI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81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88D9-26D5-4402-9CA2-EE9E0223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7803"/>
            <a:ext cx="10353761" cy="1326321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BUSINESS PROBLEM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98008-F895-4CA6-942D-7402E5730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237129"/>
            <a:ext cx="10353762" cy="519056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category has the highest number of products in the dataset?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offer the highest discount percentage?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category provides the highest average discount?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payment method is used most frequently?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country generate the highest total sales?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generate the highest total sales amount?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brand generate the highest total sales?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order status occurs most frequently?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year generate the highest total sales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91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BC784-58D9-404C-B060-9570D9ABC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57200"/>
            <a:ext cx="10353761" cy="1196788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Data overview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8CF90-98C5-46A3-A409-E27588653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59859"/>
            <a:ext cx="10353762" cy="4271682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amount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39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E062-D943-4E4A-96C5-1B4B481D1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22730"/>
            <a:ext cx="10353761" cy="1102658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Technology used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FEA44-F338-4C50-AF5D-01C1676A8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331259"/>
            <a:ext cx="10353762" cy="5432611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 / Collection: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Dataset was collected from Kaggle in CSV format.</a:t>
            </a:r>
          </a:p>
          <a:p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Preparation: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Handled missing values, removed duplicates, and corrected data types using Power Query.</a:t>
            </a:r>
          </a:p>
          <a:p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 and Analysis: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Established relationships between tables and structured the data for analysis.</a:t>
            </a:r>
          </a:p>
          <a:p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(Data Analysis Expressions):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Used to create calculated measures like total sales, average discount, and KPIs.</a:t>
            </a:r>
          </a:p>
          <a:p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Created interactive dashboards using charts, slicers, and KPIs in Power BI.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58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B483-31B9-4BB2-A7E4-F9B19657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DATA PREPROCESSING 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8C246-D033-4EA7-8FBA-BBE78147E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data types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columns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Formatted and cleaned data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087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997B-DEA2-4205-90E3-914AB31B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03639"/>
            <a:ext cx="10353761" cy="1326321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MODELING OVERVIEW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950AF-BBA5-44BD-871E-BDA302409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494" y="1331259"/>
            <a:ext cx="9722223" cy="5123101"/>
          </a:xfrm>
        </p:spPr>
      </p:pic>
    </p:spTree>
    <p:extLst>
      <p:ext uri="{BB962C8B-B14F-4D97-AF65-F5344CB8AC3E}">
        <p14:creationId xmlns:p14="http://schemas.microsoft.com/office/powerpoint/2010/main" val="2731603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C1256-C322-4A28-917E-BAB67BA1A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134015"/>
            <a:ext cx="10353761" cy="1788003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Key performance indicator(kpi)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FC148-70BD-43B5-97D4-FE050739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83341"/>
            <a:ext cx="10353762" cy="552674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PRODUCTS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CATEGORIES 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PRODUCT PRICE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 SOLD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DAE62-63FB-46AF-8AFD-46949EE79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35" y="4814047"/>
            <a:ext cx="10125635" cy="160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95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631F-594C-4512-A387-1E6C4F6C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DAX MEASURES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B8883-E1B0-40DC-B13D-31C8831B0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PRODUCTS = DISTINCT COUNT of product name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CATEGORIES = DISTINCT COUNT of  category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 = DISTINCT COUNT of order ID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PRODUCT PRICE = AVERAGE of price/ unit price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= SUM of total amount/sales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 SOLD = SUM of quantity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305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3F28-F458-4744-BCD9-7BE302E67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282388"/>
            <a:ext cx="10353761" cy="2218309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DASHBOARD OVERVIEW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4F5131-5F01-40AD-A674-DF6650CE6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24" y="1492623"/>
            <a:ext cx="10242781" cy="4894729"/>
          </a:xfrm>
        </p:spPr>
      </p:pic>
    </p:spTree>
    <p:extLst>
      <p:ext uri="{BB962C8B-B14F-4D97-AF65-F5344CB8AC3E}">
        <p14:creationId xmlns:p14="http://schemas.microsoft.com/office/powerpoint/2010/main" val="334079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62DF76-7024-4B39-B728-5DBC585B4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47" y="470648"/>
            <a:ext cx="10233212" cy="58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21BE-FDE5-487F-8F75-CDC18D6E2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Sales Analysis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978F5-8BFB-4FD0-819D-5945E0E3E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35921"/>
            <a:ext cx="10353762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category has the highest number of products?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 → </a:t>
            </a:r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map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→ Category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→ ProductName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category with the most products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83A9B-8BB9-4091-8C0E-CDDE63979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749288"/>
            <a:ext cx="3939989" cy="292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99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4D174-3E59-4786-B9D6-19E7EFAD1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578224"/>
            <a:ext cx="10806716" cy="53250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OFFERS THE HIGHEST DISCOUNT PERECENTAGE?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→ </a:t>
            </a:r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Clustered Bar Chart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 → Product Name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 → Discount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nsights 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products with highest discounts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57853B-B8F9-4D78-A181-A44DA89AC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164" y="1985682"/>
            <a:ext cx="4240069" cy="308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81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B435-699D-4FAD-B9BD-A3039BF21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609600"/>
            <a:ext cx="10917932" cy="132632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category provides the highest average discount?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1395-A6CF-443F-BEB7-6CB3399DA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781864"/>
            <a:ext cx="10353762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→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Clustered Column Chart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→ X-axis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→ Values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→ Shows which category gives more discounts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41CF1-A1BE-45E7-B1F5-3176396DE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745" y="1761565"/>
            <a:ext cx="3146612" cy="4043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8827AC-FE64-4650-84EC-FF07036F0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82" y="1761565"/>
            <a:ext cx="2324424" cy="256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48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9C906-208E-4F2D-8E98-57C14A3B7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payment method is used most frequently?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0CF01-9791-421E-BAC7-65ACCBCF4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606" y="2808758"/>
            <a:ext cx="10353762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→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Donut Chart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Legend → Payment method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→ Order ID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→ Shows most preferred payment method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57D0B-88B9-4020-AE5C-5191E5B4F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246" y="2339788"/>
            <a:ext cx="4356848" cy="29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43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5E39-4E71-48B7-94A9-ABD34E23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country generates the highest total sales?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CAE32-294C-466B-B7D3-E30A6EBB4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149" y="2678770"/>
            <a:ext cx="10353762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→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→ Country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→ Total Amount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→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top sales region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11E38E-D626-4A64-8077-06C8794D0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1" y="2380129"/>
            <a:ext cx="4180956" cy="344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27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9348-0B29-43CF-8586-6D2F3F7B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 generates the highest total sales?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8413-EA74-42DB-BF5D-630FA8C1F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372" y="2333702"/>
            <a:ext cx="10353762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→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Clustered Bar Chart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 → Product name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 → Total amount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→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top-selling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92B61-9942-4045-B95B-514E8EE06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224" y="1749192"/>
            <a:ext cx="3734404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92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6A69-639D-4B16-A817-2C36F786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brand generates the highest total sales?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02EFE-BC13-45E5-8768-24B82FDA7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553264"/>
            <a:ext cx="10353762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→  </a:t>
            </a:r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Clustered Column Chart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X-axis → Brand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→ Total amount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nsights → Identifies top-performing brand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4EEDE0-E2A7-4357-8FD1-46478DF95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8340" y="2177968"/>
            <a:ext cx="4114799" cy="379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16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1025-0ED0-4236-9E72-5A5F9669C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order status occurs most frequently?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40817-78DD-4690-9B5D-BF4CB8EE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053" y="2553264"/>
            <a:ext cx="10353762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→ </a:t>
            </a:r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 Chart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Legend → Order status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→ Order ID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nsights 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most common order status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F47311-C472-41A7-A9CA-A82EF9FCD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521" y="2111188"/>
            <a:ext cx="4182035" cy="329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310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EF7D-34CA-42FB-86C3-DE999F64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year generate the highest total sales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D02BC-C4CF-45ED-8C2A-5C2DB4D55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875993"/>
            <a:ext cx="10353762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axis → Year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axis → Total amount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nsights →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year with maximum total sales.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E94E47-AE98-4D1B-B8CE-763B711A1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342" y="1935921"/>
            <a:ext cx="4034117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7AD27-D864-45EB-A24B-C8C800438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918" y="1761565"/>
            <a:ext cx="2333951" cy="278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6F6D8-28E4-46C4-9FE6-0ACB95E7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CONCLUSION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E7E32-8D60-4FEC-8493-47992E446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this project helped us to analyze sales trends and understand business performance over time.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identified the key factors affecting sales and found the year with the highest growth.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insights gained can help in making better business decisions and improving future sales strategies.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869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DD29-B219-4FAD-BD2C-73824D17F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2"/>
            <a:ext cx="9001462" cy="260247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THANK YOU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329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436</TotalTime>
  <Words>738</Words>
  <Application>Microsoft Office PowerPoint</Application>
  <PresentationFormat>Widescreen</PresentationFormat>
  <Paragraphs>119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Bookman Old Style</vt:lpstr>
      <vt:lpstr>Rockwell</vt:lpstr>
      <vt:lpstr>Times New Roman</vt:lpstr>
      <vt:lpstr>Damask</vt:lpstr>
      <vt:lpstr>Amazon sales analysis 2020-2024</vt:lpstr>
      <vt:lpstr>INTRODUCTION</vt:lpstr>
      <vt:lpstr>PROBLEM STATEMENT</vt:lpstr>
      <vt:lpstr>BUSINESS PROBLEM</vt:lpstr>
      <vt:lpstr>Data overview</vt:lpstr>
      <vt:lpstr>Technology used</vt:lpstr>
      <vt:lpstr>DATA PREPROCESSING </vt:lpstr>
      <vt:lpstr>DATA MODELING OVERVIEW</vt:lpstr>
      <vt:lpstr>Key performance indicator(kpi)</vt:lpstr>
      <vt:lpstr>DAX MEASURES</vt:lpstr>
      <vt:lpstr>DASHBOARD OVERVIEW</vt:lpstr>
      <vt:lpstr>PowerPoint Presentation</vt:lpstr>
      <vt:lpstr>Sales Analysis Charts</vt:lpstr>
      <vt:lpstr>PowerPoint Presentation</vt:lpstr>
      <vt:lpstr> Which category provides the highest average discount?</vt:lpstr>
      <vt:lpstr>Which payment method is used most frequently?</vt:lpstr>
      <vt:lpstr>Which country generates the highest total sales?</vt:lpstr>
      <vt:lpstr>Which product generates the highest total sales?</vt:lpstr>
      <vt:lpstr>Which brand generates the highest total sales?</vt:lpstr>
      <vt:lpstr>Which order status occurs most frequently?</vt:lpstr>
      <vt:lpstr>which year generate the highest total sales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analysis 2020-2024</dc:title>
  <dc:creator>Anudip1</dc:creator>
  <cp:lastModifiedBy>Anudip1</cp:lastModifiedBy>
  <cp:revision>27</cp:revision>
  <dcterms:created xsi:type="dcterms:W3CDTF">2026-03-18T09:18:08Z</dcterms:created>
  <dcterms:modified xsi:type="dcterms:W3CDTF">2026-03-19T10:19:37Z</dcterms:modified>
</cp:coreProperties>
</file>